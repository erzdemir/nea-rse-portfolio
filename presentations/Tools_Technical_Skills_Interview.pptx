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NUCLEAR ENERGY AGENCY  ·  DATA BANK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Technical Skills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map from vacancy language to lived nuclear-data 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public GitHub portfolio you can walk through.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Nuclear Researcher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 ·  Fortran  ·  Python  ·  Linux  ·  Docker  ·  Java  ·  SQL  ·  nuclear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 in the interview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0642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8813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present every folder. Pick two deep matches and one honest gap.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143000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1109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Data Bank nouns: JEFF, ENDF, EXFOR, JANIS, NJOY, FRENDY, ACE, benchmarks.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1143000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5234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73405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their phrase back: exploratory code and production software; business-logic consistency.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1143000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7530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55701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is not a checkbox. JANIS is a Data Bank product. Migration starts from behaviour, not syntax.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1143000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39826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37997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Azure, Kubernetes and Invenio are familiarity / advantage items. Frame the plan. Do not invent production.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5074920"/>
            <a:ext cx="1143000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221224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520293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committees, NURETH, and the NEA International School — this post reports outward.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vacancy is a Data Bank post, not a generic DevOps post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623560" cy="5349240"/>
          </a:xfrm>
          <a:prstGeom prst="roundRect">
            <a:avLst>
              <a:gd name="adj" fmla="val 1368"/>
            </a:avLst>
          </a:prstGeom>
          <a:solidFill>
            <a:srgbClr val="E8EEF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asked for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languages: C++, Fortran, Python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operations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/ GitLab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 familiarity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familiarity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(advantage) + legacy migration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NoSQL (advantage)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Invenio RDM (advantage)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data, reactor simulation, codes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and conference reporting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914400"/>
            <a:ext cx="5623560" cy="5349240"/>
          </a:xfrm>
          <a:prstGeom prst="roundRect">
            <a:avLst>
              <a:gd name="adj" fmla="val 1368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Ph.D. Nuclear Engineering, UTokyo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/ ENDF / EXFOR + NJOY / FRENDY / ACE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JANIS user for comparison and visualisation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Fortran digital twins on Linux HPC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pipelines with explicit business rules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re-implementation without logic drift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Docker, SQL on the CV for a reason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NURETH + NEA International School alumnus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GRE@T-PIONEER nuclear-data and transport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One-slide map — strength versus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1430000" cy="3840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8686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86868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52728"/>
            <a:ext cx="11430000" cy="621792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5272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Fortran / Python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25272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252728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+ pipelines. Folders 01 and 02.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114300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HPC / Bash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874520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NJOY, CFD and batch work actually ran.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496312"/>
            <a:ext cx="11430000" cy="621792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9631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/ GitLab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249631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496312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NEA GitLab as JEFF source of truth.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114300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1810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11810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118104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tools; pin image digest into the audit.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739896"/>
            <a:ext cx="11430000" cy="621792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3989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Azure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373989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739896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notes + 21-day plan. No fiction.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361688"/>
            <a:ext cx="114300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6168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migration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436168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4361688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JANIS is the living Java estate. Tests first.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983480"/>
            <a:ext cx="11430000" cy="621792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98348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NoSQL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74720" y="49834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4983480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vs bytes vs search index.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5605272"/>
            <a:ext cx="114300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560527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Invenio RDM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74720" y="560527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0" y="5605272"/>
            <a:ext cx="6126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JEFF / ACE / benchmarks onto records.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and Fortran — scientific kernels that must stay correct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Vacancy: strong expertise in scientific computing languages. Your story: HPC digital twins + processing chains.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E8EEF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109728" cy="21488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of record for many physics kernels and processing codes. Respect it. Wrap it. Do not mock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E8EEF4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280160"/>
            <a:ext cx="109728" cy="21488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011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interfaces around numeric tables. Fail on unsorted grids and silent extrapolation.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E8EEF4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611880"/>
            <a:ext cx="109728" cy="21488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40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interpolation law, temperature and processor version are part of the answer.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361188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E8EEF4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3611880"/>
            <a:ext cx="109728" cy="21488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840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43434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01-cpp-scientific: log-log lookup that refuses to invent a number outside the table.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pipelines, not notebooks that forget their inputs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1371600"/>
          </a:xfrm>
          <a:prstGeom prst="roundRect">
            <a:avLst>
              <a:gd name="adj" fmla="val 5333"/>
            </a:avLst>
          </a:prstGeom>
          <a:solidFill>
            <a:srgbClr val="E8EEF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language that already matches the job: scalable ingestion, isolate performance metrics from auxiliary inputs, syntax validation, reliable system behaviour, frameworks for nuclear physics data and experimental benchmarks.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only declared identifiers (MAT / MF / MT / T).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256032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743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guess when a control card is missing.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743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audit JSON a database or Invenio record can store.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0" y="2560320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2743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326880" y="338328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NJOY / FRENDY / image digest next to the product.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and Git — the Data Bank already lives here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623560" cy="5303520"/>
          </a:xfrm>
          <a:prstGeom prst="roundRect">
            <a:avLst>
              <a:gd name="adj" fmla="val 1379"/>
            </a:avLst>
          </a:prstGeom>
          <a:solidFill>
            <a:srgbClr val="E8EEF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HPC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environment for CFD frameworks, NJOY/FRENDY chains and batch campaigns. Shell scripts with set -euo pipefail, version pins in the log, run directory separate from published artefacts. A service that cannot be replayed from a script is not a Data Bank service.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960120"/>
            <a:ext cx="5623560" cy="5303520"/>
          </a:xfrm>
          <a:prstGeom prst="roundRect">
            <a:avLst>
              <a:gd name="adj" fmla="val 1379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143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GitLab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GitLab already versions JEFF official files and hosts code/data pipelines on the local datacentre. Talk about Git as scientific record: evaluation, processing input, image digest, reviewer. Exploratory branches stay explorable; production tags stay boring.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real. Azure and Kubernetes are a familiarity plan.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honest sentence first. Then show you understand why the Data Bank would use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146304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08960" y="150876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processor. Do not bake licensed tapes into the image. Record the digest.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1430000" cy="1463040"/>
          </a:xfrm>
          <a:prstGeom prst="roundRect">
            <a:avLst>
              <a:gd name="adj" fmla="val 5000"/>
            </a:avLst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063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APIs and workers. Jobs for burst processing. Start from a tiny Deployment you can explain.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4434840"/>
            <a:ext cx="11430000" cy="1463040"/>
          </a:xfrm>
          <a:prstGeom prst="roundRect">
            <a:avLst>
              <a:gd name="adj" fmla="val 5000"/>
            </a:avLst>
          </a:prstGeom>
          <a:solidFill>
            <a:srgbClr val="F7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6634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08960" y="470916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+ ACR + PostgreSQL + Blob + Key Vault + Monitor. Ask what the landing zone already is.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JANIS is the sentence most candidates will miss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10972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JANIS = Java-based Nuclear Information System. A Data Bank production tool for ENDF / PENDF / GENDF and EXFOR. I used it to compare JEFF and ENDF against experiment. That is not the same as having written JANIS. It is the right context for their “legacy Java” bullet.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2788920" cy="2880360"/>
          </a:xfrm>
          <a:prstGeom prst="roundRect">
            <a:avLst>
              <a:gd name="adj" fmla="val 2623"/>
            </a:avLst>
          </a:prstGeom>
          <a:solidFill>
            <a:srgbClr val="E8EEF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9718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behaviour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number does the current tool give for a known tape?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788920"/>
            <a:ext cx="2788920" cy="2880360"/>
          </a:xfrm>
          <a:prstGeom prst="roundRect">
            <a:avLst>
              <a:gd name="adj" fmla="val 2623"/>
            </a:avLst>
          </a:prstGeom>
          <a:solidFill>
            <a:srgbClr val="E8EEF4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9718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defaults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Interpolation, temperature, missing sections, comparison tolerance.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788920"/>
            <a:ext cx="2788920" cy="2880360"/>
          </a:xfrm>
          <a:prstGeom prst="roundRect">
            <a:avLst>
              <a:gd name="adj" fmla="val 2623"/>
            </a:avLst>
          </a:prstGeom>
          <a:solidFill>
            <a:srgbClr val="E8EEF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9718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tests 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engine is the specification.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0" y="2788920"/>
            <a:ext cx="2788920" cy="2880360"/>
          </a:xfrm>
          <a:prstGeom prst="roundRect">
            <a:avLst>
              <a:gd name="adj" fmla="val 2623"/>
            </a:avLst>
          </a:prstGeom>
          <a:solidFill>
            <a:srgbClr val="E8EEF4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9718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Strangle, don’t rewrite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81160" y="40233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API in front. One capability at a time.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NoSQL — catalogue, bytes and search are different jobs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Libraries, nuclides, MF/MT, versions, permissions, ingest audit, checksums. System of record.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05156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A7A6D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280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26280" y="22860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ENDF tapes, ACE sets, handbook PDFs, code tarballs. Immutability. Not a bytea column.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105156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1280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documents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58200" y="22860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for discovery. JSON for irregular EXFOR-like experimental records.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892040"/>
            <a:ext cx="11430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InvenioRDM already implements this split. Designing nuclear-data custom fields is the domain contribution.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InvenioRDM — map Data Bank objects onto the platform they launched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item. Public fact: NEA Data Bank Invenio-based platform + DataCite DOIs + JEFF-4.0-class products.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Invenio record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234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library, processed ACE set, code package, benchmark, 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2011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JEFF, WPEC, ICSBEP, IRPhEP, computer program service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checksum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788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Tapes and tarballs with processor version and image digest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66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access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3566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Member-only codes and some processed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E8EEF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43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4343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publish without a human web form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512064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0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/ DataCite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49040" y="5120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Citable Data Bank outputs, not just internal folders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spoken answer if they say “walk us through your stack”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5303520"/>
          </a:xfrm>
          <a:prstGeom prst="roundRect">
            <a:avLst>
              <a:gd name="adj" fmla="val 1379"/>
            </a:avLst>
          </a:prstGeom>
          <a:solidFill>
            <a:srgbClr val="F7F4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where nuclear data meets long-lived software. I process JEFF and ENDF with NJOY and FRENDY, generate ACE, and check against EXFOR in JANIS — so I already live in Data Bank formats and in a Java tool the Agency maintains.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 HPC I write C++ and Fortran kernels for simulation and digital twins, and Python pipelines that refuse to run when the business identifiers are missing. Git is the scientific record; Docker is how I freeze the environment that produced a file.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not run your Invenio instance or an AKS cluster in production. I have mapped JEFF products, benchmarks and codes onto Invenio records, communities and DOIs, and I know how I would place a service on Azure without inventing a parallel platform. If the first assignment is a Java migration, I start from characterisation tests, not from a rewrite.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— say them once, then stop talking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E8EEF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official language. English is fluent. French is a committed learning plan, not a current working language.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E8EEF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AKS operations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target. Architecture is ready to discuss. No invented production tour.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E8EEF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Invenio operator hours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4069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mapping is ready. Local docker-compose install is the pre-joining homework.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480060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E8EEF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not put member-only codes or licensed libraries on a public GitHub to look busy.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3796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OECD NEA Data Bank  ·  Research Software Engineer interview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0" y="6537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leave on the 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nuclear engineer who already speaks JEFF, JANIS and NJOY,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 C++ / Fortran / Python as production tools on Linux,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who will modernise Java-era services by freezing their answers first.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nea-rse-portfolio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Stories: docs/STAR_STORIES.md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docs/INTERVIEW_QA.md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docs/STUDY_PLAN.md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Özdemir, Ph.D.  ·  eozdemireoz@gmail.com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 Data Bank RSE — Tools &amp; Technical Skills</dc:title>
  <dc:subject>Interview preparation — Tools &amp; Technical Skills</dc:subject>
  <dc:creator>Erdal Ozdemir, Ph.D.</dc:creator>
  <cp:lastModifiedBy>Erdal Ozdemir, Ph.D.</cp:lastModifiedBy>
  <cp:revision>1</cp:revision>
  <dcterms:created xsi:type="dcterms:W3CDTF">2026-09-02T06:53:48Z</dcterms:created>
  <dcterms:modified xsi:type="dcterms:W3CDTF">2026-09-02T06:53:48Z</dcterms:modified>
</cp:coreProperties>
</file>